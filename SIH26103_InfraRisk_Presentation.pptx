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93C5FD"/>
                </a:solidFill>
              </a:defRPr>
            </a:pPr>
            <a:r>
              <a:t>SMART INDIA HACKATHON 2024 (SIH26103)</a:t>
            </a:r>
          </a:p>
          <a:p>
            <a:pPr>
              <a:spcBef>
                <a:spcPts val="1000"/>
              </a:spcBef>
              <a:defRPr sz="4000" b="1">
                <a:solidFill>
                  <a:srgbClr val="FFFFFF"/>
                </a:solidFill>
              </a:defRPr>
            </a:pPr>
            <a:r>
              <a:t>AI-Powered Infrastructure Project Risk Monitor</a:t>
            </a:r>
          </a:p>
          <a:p>
            <a:pPr>
              <a:spcBef>
                <a:spcPts val="1500"/>
              </a:spcBef>
              <a:defRPr sz="2000">
                <a:solidFill>
                  <a:srgbClr val="E0E7FF"/>
                </a:solidFill>
              </a:defRPr>
            </a:pPr>
            <a:r>
              <a:t>Predictive Early-Warning System &amp; Baseline Justification Framework Modeled on PAIMANA</a:t>
            </a:r>
          </a:p>
          <a:p>
            <a:pPr>
              <a:spcBef>
                <a:spcPts val="2500"/>
              </a:spcBef>
              <a:defRPr sz="1400">
                <a:solidFill>
                  <a:srgbClr val="C7D2FE"/>
                </a:solidFill>
              </a:defRPr>
            </a:pPr>
            <a:r>
              <a:t>Explainable AI (Gradient Boosting) | Full-Stack Platform | Natural-Language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A8A"/>
                </a:solidFill>
              </a:defRPr>
            </a:pPr>
            <a:r>
              <a:t>1. Problem Statement &amp; PAIMANA Context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Addressing chronic infrastructure cost overruns and delays in centrally-sponsored projects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C2626"/>
                </a:solidFill>
              </a:defRPr>
            </a:pPr>
            <a:r>
              <a:t>The Reality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Centrally-sponsored infrastructure projects chronically face 20% to 30% cost overruns.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Average project delays exceed 8 to 18 months, causing massive public capital lockup.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Delayed projects tie up critical resources across Railways, Highways, and Power sectors.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97706"/>
                </a:solidFill>
              </a:defRPr>
            </a:pPr>
            <a:r>
              <a:t>The PAIMANA Gap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Current monitoring systems (like PAIMANA) are passive reporting tools.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They record milestones and fund expenditure *after* overruns and delays have already occurred.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No proactive early warning: Decision makers react only when budgets are exhausted.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6A34A"/>
                </a:solidFill>
              </a:defRPr>
            </a:pPr>
            <a:r>
              <a:t>Our Breakthrough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Predictive Early-Warning: Flags at-risk projects *before* overruns happen.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Explainable AI: Breaks down *why* each project is at risk via feature importance.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Empirically Proven: Demonstrates clear error reduction over traditional statistical baselines.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A8A"/>
                </a:solidFill>
              </a:defRPr>
            </a:pPr>
            <a:r>
              <a:t>2. Core Differentiator &amp; Architecture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A fully functional, explainable full-stack monitoring platform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Core Architecture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Frontend: Next.js 14 (App Router), TypeScript, Tailwind CSS, Recharts.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Backend: High-performance Python/FastAPI with REST endpoints &amp; full CORS.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Machine Learning: scikit-learn Gradient Boosting (Classifier + Regressors).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Data Engine: Synthetic generator calibrated to CAG/PIB reports (800 projects).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Natural Language Query Bot: Instant dataset exploration in plain English.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Why This Is Different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Not a Dashboard, An Early-Warning Engine: Identifies progress lag vs expenditure.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No Black Boxes: Outputs exact feature importance weights for every flagged project.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Zero Cloud Dependency: Runs fully local/on-premise for high-security ministry deployment.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Plug-and-Play Integration: Schema exactly matches PAIMANA's operational data attributes.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A8A"/>
                </a:solidFill>
              </a:defRPr>
            </a:pPr>
            <a:r>
              <a:t>3. PAIMANA-Calibrated Synthetic Dataset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Calibrated to empirical benchmarks reported by CAG and PIB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Dataset Demographics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800 Centrally-Sponsored Projects.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5 Critical Sectors: Roads &amp; Highways, Railways, Power, Urban Infrastructure, Irrigation.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6 Key Agencies: NHAI, Indian Railways, NTPC, Municipal Corp, State PWD, CPWD.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Sanctioned Cost Range: ₹10 Cr to ₹5,000+ Cr.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97706"/>
                </a:solidFill>
              </a:defRPr>
            </a:pPr>
            <a:r>
              <a:t>Calibrated Benchmarks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Average Cost Overrun: 21.66% (accurately reflects 20–30% CAG benchmark).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Average Schedule Delay: 8.7 months.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Risk Segmentation: High (30.9%), Medium (63.4%), Low (5.7%).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Reproducible: Seed 42 generation ensures 100% deterministic validation.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6A34A"/>
                </a:solidFill>
              </a:defRPr>
            </a:pPr>
            <a:r>
              <a:t>PAIMANA Data Schema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project_id, sector, implementing_agency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sanctioned_cost_cr, sanctioned_duration_months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start_date, elapsed_time_pct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fund_utilization_pct, physical_progress_pct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cost_overrun_pct, delay_months, risk_label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A8A"/>
                </a:solidFill>
              </a:defRPr>
            </a:pPr>
            <a:r>
              <a:t>4. AI vs Statistical Methods Benchmark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Directly answering the problem statement's requirement to justify 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Empirical Benchmark Results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Moving Average Baseline Error: 6.44% MAE.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Linear Regression Baseline Error: 4.79% MAE.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AI Model (Gradient Boosting) Error: 4.60% MAE.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Performance Win: 28.6% error reduction over Moving Average baseline.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Risk Classification Accuracy: 87.5% across 3 risk tiers.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Why Gradient Boosting Outperforms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Non-Linear Compounding: Cost overrun spikes non-linearly when physical progress lags behind elapsed time.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Cross-Feature Synergy: Combines project size, agency history, and fund-progress gaps.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Explainable Trees: Generates verifiable feature importance ranking instead of opaque neural network weights.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Ministry-Ready: Transparent mathematical rationale for every red-flagged alert.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A8A"/>
                </a:solidFill>
              </a:defRPr>
            </a:pPr>
            <a:r>
              <a:t>5. Explainable AI &amp; The 'Progress Lag' Driver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Visualizing root causes before capital is wasted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C2626"/>
                </a:solidFill>
              </a:defRPr>
            </a:pPr>
            <a:r>
              <a:t>The 3-Bar Visual Diagnostic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Bar 1: Time Elapsed % (e.g. 78.5% of project duration passed).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Bar 2: Fund Utilized % (e.g. 82.0% of sanctioned budget spent).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Bar 3: Physical Progress % (e.g. only 54.0% physically built!).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The Diagnosis: A 24.5% Progress Lag reveals that money is draining faster than assets are being built.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Dynamic Feature Importance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Progress Lag Factor: ~39.5% relative importance.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Sector Volatility History: ~23.1% relative importance.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Project Capital Scale Factor: ~17.3% relative importance.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Fund-Progress Gap: ~5.4% relative importance.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Clear Output: Ministry officers see the exact percentage contribution of each driver.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A8A"/>
                </a:solidFill>
              </a:defRPr>
            </a:pPr>
            <a:r>
              <a:t>6. Platform Features &amp; Stretch Capabilities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Comprehensive suite built and running live on Next.js 14 and FastAPI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Core Views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Home Dashboard (/): 4 stat cards, sector filter dropdown, top at-risk project table.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Project Explorer (/projects): Searchable, sortable table across all 800 projects with pagination.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Project Detail (/projects/[id]): Headline predictions + 3-bar progress comparison + feature importance bars.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Intelligence &amp; Admin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AI vs Statistical (/comparison): Side-by-side error comparison justifying AI.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Alerts Feed (/alerts): Timeline of threshold-crossing high/medium severity events.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Admin Portal (/admin): CSV drag-and-drop batch upload + live manual project adder.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6A34A"/>
                </a:solidFill>
              </a:defRPr>
            </a:pPr>
            <a:r>
              <a:t>AI Chatbot (Stretch)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Natural-Language Query Bot (/chat and floating widget on all pages).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Answers plain-English questions: 'Which railway projects are most at risk?'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Embeds interactive project cards with 1-click drill-down navigation.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A8A"/>
                </a:solidFill>
              </a:defRPr>
            </a:pPr>
            <a:r>
              <a:t>7. Government Impact, Roadmap &amp; Q&amp;A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Ready for deployment into MoSPI / Central Ministry pipelines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6A34A"/>
                </a:solidFill>
              </a:defRPr>
            </a:pPr>
            <a:r>
              <a:t>Ministry Impact &amp; Value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Proactive Oversight: Intervene 6 to 12 months before cost overruns become irreversible.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Optimized Public Funds: Prioritize audit resources on top-risk projects.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Zero Disruption: Ingests directly from existing PAIMANA databases without changing field data entry workflows.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Explainable Governance: Defensible, transparent data for CAG and parliamentary audits.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Jury Q&amp;A Ready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Q: Where did your data come from?</a:t>
            </a:r>
            <a:br/>
            <a:r>
              <a:t>  A: Calibrated 800-project dataset matching CAG/PIB 20-30% overrun norms.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Q: How would this work with real PAIMANA data?</a:t>
            </a:r>
            <a:br/>
            <a:r>
              <a:t>  A: Same schema; simply swap the CSV/database connector.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Q: Why not simple reporting?</a:t>
            </a:r>
            <a:br/>
            <a:r>
              <a:t>  A: Baseline benchmarks prove AI delivers 28.6% error reduction.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