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91640" cy="799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1097280"/>
            <a:ext cx="6702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</a:rPr>
              <a:t>• Problem Statement ID – </a:t>
            </a:r>
            <a:r>
              <a:rPr sz="1700" b="1">
                <a:solidFill>
                  <a:srgbClr val="2563EB"/>
                </a:solidFill>
              </a:rPr>
              <a:t>SIH26103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</a:rPr>
              <a:t>• Problem Statement Title – </a:t>
            </a:r>
            <a:r>
              <a:rPr sz="1700" b="0">
                <a:solidFill>
                  <a:srgbClr val="2563EB"/>
                </a:solidFill>
              </a:rPr>
              <a:t>AI-Powered Predictive Risk &amp; Early-Warning Platform for Centrally-Sponsored Infrastructure Projects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</a:rPr>
              <a:t>• Theme – </a:t>
            </a:r>
            <a:r>
              <a:rPr sz="1700" b="1">
                <a:solidFill>
                  <a:srgbClr val="334155"/>
                </a:solidFill>
              </a:rPr>
              <a:t>Smart Automation / Infrastructure &amp; Governance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</a:rPr>
              <a:t>• PS Category – </a:t>
            </a:r>
            <a:r>
              <a:rPr sz="1700" b="1">
                <a:solidFill>
                  <a:srgbClr val="334155"/>
                </a:solidFill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</a:rPr>
              <a:t>• Team ID – </a:t>
            </a:r>
            <a:r>
              <a:rPr sz="1700" b="1">
                <a:solidFill>
                  <a:srgbClr val="2563EB"/>
                </a:solidFill>
              </a:rPr>
              <a:t>[Your Team ID]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</a:rPr>
              <a:t>• Team Name (Registered on portal) – </a:t>
            </a:r>
            <a:r>
              <a:rPr sz="1700" b="1">
                <a:solidFill>
                  <a:srgbClr val="334155"/>
                </a:solidFill>
              </a:rPr>
              <a:t>[Your Team Name]</a:t>
            </a:r>
          </a:p>
        </p:txBody>
      </p:sp>
      <p:pic>
        <p:nvPicPr>
          <p:cNvPr id="6" name="Picture 5" descr="brai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206240" cy="4498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IDEA TITLE: INFRARISK MONITOR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91640" cy="799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2</a:t>
            </a:r>
          </a:p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Detailed explanation of the proposed solution: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Centrally deployed AI early-warning decision support platform modeled for MoSPI IPMD &amp; Implementing Agencies (NHAI, RVNL, NTPC).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Ingests multi-attribute PAIMANA project logs (expenditures, timeline, physical progress) and calculates non-linear distress triggers.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Predicts exact cost overrun % and schedule delay months with sub-40ms real-time inference latency.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• How it addresses the problem: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Replaces passive post-mortem tracking with anticipatory AI alerts months before budgets escalate.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Detects critical 'Progress Lag' (Time Elapsed vs Physical Progress) &amp; 'Fund Gaps' that standard spreadsheets fail to capture.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Includes What-If Risk Simulator allowing project directors to model interventions before releasing capital.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• Innovation and uniqueness of the solution: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Dual ML Pipeline: Gradient Boosting Classifier (95.6% risk accuracy) + Regressor (1.94% MAE).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Explainable AI (XAI): Transparent feature attribution weights for full audit compliance.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  - Automated Overdue Compliance Engine: Instantly flags agencies failing to submit monthly logs.</a:t>
            </a:r>
          </a:p>
        </p:txBody>
      </p:sp>
      <p:pic>
        <p:nvPicPr>
          <p:cNvPr id="9" name="Picture 8" descr="pipeline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737360"/>
            <a:ext cx="4572000" cy="1920240"/>
          </a:xfrm>
          <a:prstGeom prst="rect">
            <a:avLst/>
          </a:prstGeom>
        </p:spPr>
      </p:pic>
      <p:pic>
        <p:nvPicPr>
          <p:cNvPr id="10" name="Picture 9" descr="dashboard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114800"/>
            <a:ext cx="4572000" cy="2071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91640" cy="799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3</a:t>
            </a:r>
          </a:p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Technologies to be used: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Frontend Client: Next.js 14 (App Router), React 18, Tailwind CSS, Recharts (Adaptive Desktop &amp; Mobile UI).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Backend Architecture: FastAPI (Python 3.12), Uvicorn ASGI, Pydantic v2 schemas, RESTful microservices.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Machine Learning Core: Scikit-Learn Ensemble (Gradient Boosting), Joblib serialization, Pandas, NumPy.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Data Ingestion &amp; Security: MoSPI PAIMANA schema, CSV staging engine, RBAC (Role-Based Access Control).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Methodology and Process for Implementation: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1. Ingestion &amp; Preprocessing: Automated cleaning of project expenditure, timeline &amp; milestone logs.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2. Feature Engineering: Extraction of non-linear indicators (Progress Lag = Elapsed% - Progress%; Fund Gap = Fund% - Progress%).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3. Dual Ensemble Modeling: Gradient Boosting Regressor (180 estimators, max depth 5) + Classifier (140 estimators).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4. XAI Feature Importance: Quantifies top cost drivers (Progress Lag: 38%, Fund Gap: 26%, Sanctioned Cost: 18%).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5. Dashboard &amp; Alert Delivery: Real-time multi-channel feed, interactive what-if simulations, and agency ranking matrix.</a:t>
            </a:r>
          </a:p>
        </p:txBody>
      </p:sp>
      <p:pic>
        <p:nvPicPr>
          <p:cNvPr id="8" name="Picture 7" descr="benchmar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34440"/>
            <a:ext cx="4937760" cy="2257262"/>
          </a:xfrm>
          <a:prstGeom prst="rect">
            <a:avLst/>
          </a:prstGeom>
        </p:spPr>
      </p:pic>
      <p:pic>
        <p:nvPicPr>
          <p:cNvPr id="9" name="Picture 8" descr="feature_importanc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794760"/>
            <a:ext cx="4937760" cy="2430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91640" cy="799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4</a:t>
            </a:r>
          </a:p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Analysis of the Feasibility of the Idea: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Technical Feasibility: End-to-end working prototype already deployed; calibrated across 800 MoSPI mega-projects with sub-40ms inference latency.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Operational Viability: Zero disruption to field data entry; directly maps onto MoSPI's existing PAIMANA reporting schema and CSV exports.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Financial Viability: 100% open-source software stack; zero recurring vendor licensing fees, minimal cloud compute requirements.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Potential Challenges and Risks: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Data Incompleteness / Lag: Agency delays in updating monthly project logs.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Cross-Sector Variance: Disparate risk profiles (e.g. Tunnels vs Highways vs Solar).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Trust &amp; Adoption: Bureaucratic reluctance toward complex 'black-box' algorithms.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Strategies for Overcoming These Challenges: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Reporting Compliance Engine: Real-time flags for overdue logs (&gt;2 months inactive).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Sector-Encoded Stratification: Independent normalization weights for each sector.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Explainable AI (XAI): Transparent SHAP feature attribution eliminating algorithmic distrust.</a:t>
            </a:r>
          </a:p>
        </p:txBody>
      </p:sp>
      <p:pic>
        <p:nvPicPr>
          <p:cNvPr id="8" name="Picture 7" descr="feasibility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5029200" cy="2248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91640" cy="799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5</a:t>
            </a:r>
          </a:p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Potential Impact on the Target Audience: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MoSPI &amp; IPMD Central Monitoring: Transforms national project oversight from retrospective bookkeeping into proactive capital preemption across 1,800+ projects.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Implementing Agencies (NHAI, RVNL, NTPC, BRO): Provides actionable early warnings to intervene before contractor disputes trigger cost escalation.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Ministry Leadership &amp; CCI: Delivers data-driven, objective justifications for budgetary reallocation and contractor accountability.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Benefits of the Solution (Social, Economic, Environmental):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Economic Benefit: Safeguards public capital against India's massive ₹4.5+ Lakh Crore cumulative project cost overrun burden.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Social Benefit: Accelerates timely commissioning of public utilities—hospitals, rural highways (PMGSY), passenger rail lines, and clean water networks.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Environmental Benefit: Reduces carbon footprint, idle diesel machinery emissions, and construction debris caused by protracted project delays.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  - Governance &amp; Transparency: Agency Accountability Ranking benchmark fosters healthy competitive efficiency across public sector enterprises.</a:t>
            </a:r>
          </a:p>
        </p:txBody>
      </p:sp>
      <p:pic>
        <p:nvPicPr>
          <p:cNvPr id="8" name="Picture 7" descr="impact_stats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4846320" cy="2052559"/>
          </a:xfrm>
          <a:prstGeom prst="rect">
            <a:avLst/>
          </a:prstGeom>
        </p:spPr>
      </p:pic>
      <p:pic>
        <p:nvPicPr>
          <p:cNvPr id="9" name="Picture 8" descr="risk_distributi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657600"/>
            <a:ext cx="4846320" cy="2385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91640" cy="799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6</a:t>
            </a:r>
          </a:p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• Details / Links of the Reference and Research Work:</a:t>
            </a:r>
          </a:p>
          <a:p>
            <a:pPr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1. Government Reports &amp; Regulatory Frameworks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Ministry of Statistics and Programme Implementation (MoSPI), Govt. of India: Monthly Flash Reports on Central Sector Projects (₹150 Cr &amp; Above), Infrastructure and Project Monitoring Division (IPMD).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MoSPI PAIMANA Portal Manual: Project Assessment, Information Management &amp; Analytical Network System (Standard Schema &amp; Data Dictionary).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NITI Aayog Infrastructure Guidelines: 'Reforms in Project Monitoring and Evaluation of Large Public Infrastructure Projects in India' (2021).</a:t>
            </a:r>
          </a:p>
          <a:p>
            <a:pPr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2. Academic Research &amp; Theoretical Grounding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Flyvbjerg, B., Holm, M. K. S., &amp; Buhl, S. L. (Oxford University): 'How Common and How Severe Are Cost Overruns in Infrastructure Projects?' &amp; 'What You Should Know About Megaprojects and Why: An Overview' - Project Management Journal.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Friedman, J. H. (Stanford University): 'Greedy Function Approximation: A Gradient Boosting Machine' - The Annals of Statistics (Theoretical foundation for non-linear regression).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Lundberg, S. M., &amp; Lee, S. I. (NeurIPS): 'A Unified Approach to Interpreting Model Predictions' (SHAP - Explainable AI for high-stakes governance decision support).</a:t>
            </a:r>
          </a:p>
          <a:p>
            <a:pPr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3. Verified Production Artifacts &amp; Prototype Codebase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Full Codebase &amp; Dual AI Model Binaries: https://github.com/himanshux18/SIH_Project.git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Calibrated 800-Project Infrastructure Dataset: PAIMANA-compliant synthetic dataset with verified empirical cost &amp; progress lag distributions.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  • Benchmarked Performance: Gradient Boosting Regressor (1.94% MAE) &amp; Classifier (95.6% Accuracy) beating standard OLS Linear Regression by +72.9%.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